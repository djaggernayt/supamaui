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в Supabase (C#)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Аутентификация пользователей</a:t>
            </a:r>
          </a:p>
          <a:p>
            <a:r>
              <a:t>Supabase + 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Проверка личности пользователя</a:t>
            </a:r>
          </a:p>
          <a:p>
            <a:r>
              <a:t>Ответ на вопрос: «Кто ты?»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vs Authorization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— кто ты</a:t>
            </a:r>
          </a:p>
          <a:p>
            <a:r>
              <a:t>Authorization — что тебе можно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Зачем нужна аутентификация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Защита данных</a:t>
            </a:r>
          </a:p>
          <a:p>
            <a:r>
              <a:t>Контроль доступа</a:t>
            </a:r>
          </a:p>
          <a:p>
            <a:r>
              <a:t>Персонализация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Supabase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Backend-as-a-Service</a:t>
            </a:r>
          </a:p>
          <a:p>
            <a:r>
              <a:t>Auth, PostgreSQL, Storage, Realtime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Основан на GoTrue</a:t>
            </a:r>
          </a:p>
          <a:p>
            <a:r>
              <a:t>Использует JWT и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сущности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</a:t>
            </a:r>
          </a:p>
          <a:p>
            <a:r>
              <a:t>Session</a:t>
            </a:r>
          </a:p>
          <a:p>
            <a:r>
              <a:t>JWT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Способы аутентификации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+ Password</a:t>
            </a:r>
          </a:p>
          <a:p>
            <a:r>
              <a:t>Magic Link</a:t>
            </a:r>
          </a:p>
          <a:p>
            <a:r>
              <a:t>OAuth</a:t>
            </a:r>
          </a:p>
          <a:p>
            <a:r>
              <a:t>Phone OTP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Подключение Supabase в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NuGet пакет Supabase</a:t>
            </a:r>
          </a:p>
          <a:p>
            <a:r>
              <a:t>Инициализация клиента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Регистрация и вход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SignUp — регистрация</a:t>
            </a:r>
          </a:p>
          <a:p>
            <a:r>
              <a:t>SignIn — вход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JWT и безопасность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передаётся с запросами</a:t>
            </a:r>
          </a:p>
          <a:p>
            <a:r>
              <a:t>RLS ограничивает доступ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Лучшие практики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Использовать RLS</a:t>
            </a:r>
          </a:p>
          <a:p>
            <a:r>
              <a:t>Не хранить service_role</a:t>
            </a:r>
          </a:p>
          <a:p>
            <a:r>
              <a:t>AutoRefreshToken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Готовая Auth-система</a:t>
            </a:r>
          </a:p>
          <a:p>
            <a:r>
              <a:t>Простая интеграция с C#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