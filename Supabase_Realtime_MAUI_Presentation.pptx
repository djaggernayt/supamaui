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Realtime + C# MAUI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Тема лекции: Realtime-обновления в MAUI-приложениях</a:t>
            </a:r>
          </a:p>
          <a:p>
            <a:r>
              <a:t>Supabase как Backend-as-a-Service</a:t>
            </a:r>
          </a:p>
          <a:p>
            <a:r>
              <a:t>Практическое применение: чаты, уведомления, лайв-данные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Realtime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Подписка на события в PostgreSQL</a:t>
            </a:r>
          </a:p>
          <a:p>
            <a:r>
              <a:t>События: INSERT, UPDATE, DELETE</a:t>
            </a:r>
          </a:p>
          <a:p>
            <a:r>
              <a:t>Обновления в реальном времени</a:t>
            </a:r>
          </a:p>
          <a:p>
            <a:r>
              <a:t>Работает через WebSocket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MAUI-клиент подключается к Supabase</a:t>
            </a:r>
          </a:p>
          <a:p>
            <a:r>
              <a:t>Открывается WebSocket-канал</a:t>
            </a:r>
          </a:p>
          <a:p>
            <a:r>
              <a:t>Подписка на таблицы или каналы</a:t>
            </a:r>
          </a:p>
          <a:p>
            <a:r>
              <a:t>События приходят при изменениях в БД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Подключение Supabase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Установка NuGet-пакета Supabase</a:t>
            </a:r>
          </a:p>
          <a:p>
            <a:r>
              <a:t>Инициализация клиента</a:t>
            </a:r>
          </a:p>
          <a:p>
            <a:r>
              <a:t>Хранение URL и ключа проекта</a:t>
            </a:r>
          </a:p>
          <a:p>
            <a:r>
              <a:t>Подключение Realtime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Подписка на Realtime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Создание канала Realtime</a:t>
            </a:r>
          </a:p>
          <a:p>
            <a:r>
              <a:t>Подписка на события таблицы</a:t>
            </a:r>
          </a:p>
          <a:p>
            <a:r>
              <a:t>Обработка INSERT/UPDATE/DELETE</a:t>
            </a:r>
          </a:p>
          <a:p>
            <a:r>
              <a:t>Обновление UI в MAUI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Чат в реальном времени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Таблица messages в PostgreSQL</a:t>
            </a:r>
          </a:p>
          <a:p>
            <a:r>
              <a:t>INSERT при отправке сообщения</a:t>
            </a:r>
          </a:p>
          <a:p>
            <a:r>
              <a:t>Все клиенты получают событие</a:t>
            </a:r>
          </a:p>
          <a:p>
            <a:r>
              <a:t>UI обновляется автоматически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 Level Security (RLS)</a:t>
            </a:r>
          </a:p>
          <a:p>
            <a:r>
              <a:t>Политики доступа к данным</a:t>
            </a:r>
          </a:p>
          <a:p>
            <a:r>
              <a:t>Не использовать service_role ключ на клиенте</a:t>
            </a:r>
          </a:p>
          <a:p>
            <a:r>
              <a:t>Подписки только для авторизованных пользователей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Производительность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Фильтрация каналов (например, по комнатам)</a:t>
            </a:r>
          </a:p>
          <a:p>
            <a:r>
              <a:t>Не подписываться на всю БД без нужды</a:t>
            </a:r>
          </a:p>
          <a:p>
            <a:r>
              <a:t>Отписка от каналов при закрытии экранов</a:t>
            </a:r>
          </a:p>
          <a:p>
            <a:r>
              <a:t>Оптимизация нагрузки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Типичные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 закрывают WebSocket-соединения</a:t>
            </a:r>
          </a:p>
          <a:p>
            <a:r>
              <a:t>Обновляют UI не из главного потока</a:t>
            </a:r>
          </a:p>
          <a:p>
            <a:r>
              <a:t>Хранят ключи небезопасно</a:t>
            </a:r>
          </a:p>
          <a:p>
            <a:r>
              <a:t>Подписка без фильтрации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183</Words>
  <Application>Microsoft Office PowerPoint</Application>
  <PresentationFormat>Экран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Supabase Realtime + C# MAUI</vt:lpstr>
      <vt:lpstr>Supabase Realtime</vt:lpstr>
      <vt:lpstr>Архитектура решения</vt:lpstr>
      <vt:lpstr>Подключение Supabase</vt:lpstr>
      <vt:lpstr>Подписка на Realtime</vt:lpstr>
      <vt:lpstr>Пример: Чат в реальном времени</vt:lpstr>
      <vt:lpstr>Безопасность</vt:lpstr>
      <vt:lpstr>Производительность</vt:lpstr>
      <vt:lpstr>Типичные ошибки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Supabase Realtime + C# MAUI</dc:title>
  <dc:subject/>
  <dc:creator/>
  <cp:keywords/>
  <dc:description>generated using python-pptx</dc:description>
  <cp:lastModifiedBy>Arseniy Kalinin</cp:lastModifiedBy>
  <cp:revision>2</cp:revision>
  <dcterms:created xsi:type="dcterms:W3CDTF">2013-01-27T09:14:16Z</dcterms:created>
  <dcterms:modified xsi:type="dcterms:W3CDTF">2026-02-08T20:02:14Z</dcterms:modified>
  <cp:category/>
</cp:coreProperties>
</file>