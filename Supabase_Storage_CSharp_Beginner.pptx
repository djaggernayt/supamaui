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Хранение файлов в C# приложениях</a:t>
            </a:r>
          </a:p>
          <a:p>
            <a:r>
              <a:t>Базовый уровень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Supabase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Облачное хранилище файлов</a:t>
            </a:r>
          </a:p>
          <a:p>
            <a:r>
              <a:t>Аватары, документы,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Bucket — папка</a:t>
            </a:r>
          </a:p>
          <a:p>
            <a:r>
              <a:t>File — файл</a:t>
            </a:r>
          </a:p>
          <a:p>
            <a:r>
              <a:t>Path — путь к файлу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и Private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— доступ по ссылке</a:t>
            </a:r>
          </a:p>
          <a:p>
            <a:r>
              <a:t>Private — доступ по временной ссылке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Загрузка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byte[] или Stream</a:t>
            </a:r>
          </a:p>
          <a:p>
            <a:r>
              <a:t>Указываем путь и тип файла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Получение ссылки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URL — сразу доступен</a:t>
            </a:r>
          </a:p>
          <a:p>
            <a:r>
              <a:t>Signed URL — ограничен по времени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Скачивание и удаление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— получить файл</a:t>
            </a:r>
          </a:p>
          <a:p>
            <a:r>
              <a:t>Remove — удалить файл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Простое облачное хранилище</a:t>
            </a:r>
          </a:p>
          <a:p>
            <a:r>
              <a:t>Удобно для C# и ASP.NET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Office PowerPoint</Application>
  <PresentationFormat>Экран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Supabase Storage</vt:lpstr>
      <vt:lpstr>Что такое Supabase Storage</vt:lpstr>
      <vt:lpstr>Основные понятия</vt:lpstr>
      <vt:lpstr>Public и Private bucket</vt:lpstr>
      <vt:lpstr>Загрузка файла</vt:lpstr>
      <vt:lpstr>Получение ссылки</vt:lpstr>
      <vt:lpstr>Скачивание и удаление</vt:lpstr>
      <vt:lpstr>Итог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Supabase Storage</dc:title>
  <dc:subject/>
  <dc:creator/>
  <cp:keywords/>
  <dc:description>generated using python-pptx</dc:description>
  <cp:lastModifiedBy>Arseniy Kalinin</cp:lastModifiedBy>
  <cp:revision>2</cp:revision>
  <dcterms:created xsi:type="dcterms:W3CDTF">2013-01-27T09:14:16Z</dcterms:created>
  <dcterms:modified xsi:type="dcterms:W3CDTF">2026-01-30T15:34:00Z</dcterms:modified>
  <cp:category/>
</cp:coreProperties>
</file>